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RegionPulse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F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sales are headed, not just where they've been.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regional sales dashboard with built-in forecasting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—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tells you the past.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rarely tells you what's next.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teams have historical sales data spread across spreadsheets and exports, but no fast way to see which regions are winning, losing, or heading into trouble — without manual digging.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617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9834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live in disconnected exports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44805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4617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forward view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49834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are visible, forecasts are not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44805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4617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explore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75320" y="49834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by region takes manual effort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people who need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answers fast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65176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88620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quick regional performance read without pulling a report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3774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265176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26280" y="388620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 lightweight tool to explore trends before deep-dive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3774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265176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75320" y="388620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forward-looking view, not just historical totals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F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dashboard. Filter, see, and forecast.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RegionPulse lets anyone filter by region and date range, instantly see revenue trends, and view a simple forecast of what's likely next — no spreadsheet wrangling required.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27496B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840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44805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region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36576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27496B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3840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26280" y="44805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date range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36576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27496B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3840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75320" y="44805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trend + forecast instantly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v1.0 delivers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299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+ Date Filters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5059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the view to exactly what matters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9202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20299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Chart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45059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historical performance over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387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Comparison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9593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across regions at a glance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42900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5387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Forecast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39593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trend-based projection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47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Panel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46811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stats: top region, growth %, forecasted change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93776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5047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Public, Filterable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546811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dashboard anyone can explore themselves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explainable, deployable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3911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203911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regional sales dataset, cleaned and aggregated with pandas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0779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290779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trend regression — transparent and appropriate for a first model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764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Framework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377647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turns a Python script into an interactive web app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451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464515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for interactive, responsive charts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51383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551383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Cloud, connected directly to GitHub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out of v1.0 — for now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76272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031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Product/segment-level analysis alongside region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6148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to save custom dashboard views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493008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41985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 with scheduled, automatic data refresh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151376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7822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forecasting methods (Prophet, ARIMA)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809744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7365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PDF summary reports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out intentionally to ship a polished, focused v1.0 within the build timeline.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“what's likely to happen next”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easy to see as “what already happened.”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4297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RegionPulse — for any business, at a glance.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2026-07-22T14:14:22Z</dcterms:created>
  <dcterms:modified xsi:type="dcterms:W3CDTF">2026-07-22T14:14:22Z</dcterms:modified>
</cp:coreProperties>
</file>